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96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90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38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62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04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226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4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23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68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9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8554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66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7110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72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700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51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1896C-2AF6-40C0-944A-9B72A50D10E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904DEF9-4F91-4EF4-88EC-97BDD2F1A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02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756B13-5A12-405E-F932-DDB4D84E0FEC}"/>
              </a:ext>
            </a:extLst>
          </p:cNvPr>
          <p:cNvSpPr txBox="1"/>
          <p:nvPr/>
        </p:nvSpPr>
        <p:spPr>
          <a:xfrm>
            <a:off x="283780" y="283779"/>
            <a:ext cx="866052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Introduction to Pandas in Python DATA ANALYSIS AND MANIPULATION MADE EASY PRESENTED BY PATEL KIRTAN P </a:t>
            </a:r>
          </a:p>
          <a:p>
            <a:r>
              <a:rPr lang="en-US" sz="5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RollNO.55</a:t>
            </a:r>
            <a:endParaRPr lang="en-IN" sz="5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58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6BDA1-CA2D-E4B1-2B1D-80E45D09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What is Pandas</a:t>
            </a:r>
            <a:endParaRPr lang="en-IN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88FA8-51C1-B09E-CA22-F1F122CB2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0" y="1351293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Pandas is a Python library for data manipulation and analysis.</a:t>
            </a:r>
          </a:p>
          <a:p>
            <a:endParaRPr lang="en-US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  <a:p>
            <a:r>
              <a:rPr lang="en-US" sz="2800" dirty="0">
                <a:solidFill>
                  <a:srgbClr val="002060"/>
                </a:solidFill>
              </a:rPr>
              <a:t>Provides data structures like Series and Data Frame.</a:t>
            </a:r>
          </a:p>
          <a:p>
            <a:r>
              <a:rPr lang="en-US" sz="2800" dirty="0">
                <a:solidFill>
                  <a:srgbClr val="002060"/>
                </a:solidFill>
              </a:rPr>
              <a:t>-Built on NumPy, integrates well with other Python libraries</a:t>
            </a:r>
            <a:endParaRPr lang="en-I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43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1801F-0CAD-D8C8-D2EB-CB6B61A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Pandas Installation</a:t>
            </a:r>
            <a:endParaRPr lang="en-IN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9244D-9594-F790-EB02-5ECFD7299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3844"/>
            <a:ext cx="8596668" cy="3880773"/>
          </a:xfrm>
        </p:spPr>
        <p:txBody>
          <a:bodyPr/>
          <a:lstStyle/>
          <a:p>
            <a:r>
              <a:rPr lang="en-US" dirty="0"/>
              <a:t>Run the following command in your terminal</a:t>
            </a:r>
          </a:p>
          <a:p>
            <a:r>
              <a:rPr lang="en-IN" dirty="0"/>
              <a:t>pip install pandas</a:t>
            </a:r>
            <a:endParaRPr lang="en-US" dirty="0"/>
          </a:p>
          <a:p>
            <a:r>
              <a:rPr lang="en-US" dirty="0"/>
              <a:t>Requires Python and works well with </a:t>
            </a:r>
            <a:r>
              <a:rPr lang="en-US" dirty="0" err="1"/>
              <a:t>Jupyter</a:t>
            </a:r>
            <a:r>
              <a:rPr lang="en-US" dirty="0"/>
              <a:t> Notebook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6166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4A01-84B3-8299-B10F-CC30B4085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Pandas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53910-7FE9-6226-2462-D45CD9B0D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2520"/>
            <a:ext cx="8596668" cy="3880773"/>
          </a:xfrm>
        </p:spPr>
        <p:txBody>
          <a:bodyPr/>
          <a:lstStyle/>
          <a:p>
            <a:r>
              <a:rPr lang="en-IN" dirty="0"/>
              <a:t>Series (1D </a:t>
            </a:r>
            <a:r>
              <a:rPr lang="en-IN" dirty="0" err="1"/>
              <a:t>labeled</a:t>
            </a:r>
            <a:r>
              <a:rPr lang="en-IN" dirty="0"/>
              <a:t> array)</a:t>
            </a:r>
          </a:p>
          <a:p>
            <a:r>
              <a:rPr lang="en-IN" dirty="0"/>
              <a:t>python import pandas as pd </a:t>
            </a:r>
          </a:p>
          <a:p>
            <a:r>
              <a:rPr lang="en-IN" dirty="0"/>
              <a:t> </a:t>
            </a:r>
            <a:r>
              <a:rPr lang="en-IN" dirty="0" err="1"/>
              <a:t>pd.Series</a:t>
            </a:r>
            <a:r>
              <a:rPr lang="en-IN" dirty="0"/>
              <a:t>([10, 20, 30, 40]) print(s) </a:t>
            </a:r>
          </a:p>
          <a:p>
            <a:r>
              <a:rPr lang="en-IN" dirty="0" err="1"/>
              <a:t>DataFrame</a:t>
            </a:r>
            <a:r>
              <a:rPr lang="en-IN" dirty="0"/>
              <a:t> (2D table)</a:t>
            </a:r>
          </a:p>
          <a:p>
            <a:r>
              <a:rPr lang="en-IN" dirty="0"/>
              <a:t>python  data = {'Name': ['Alice', 'Bob'], 'Age': [25, 30]} </a:t>
            </a:r>
          </a:p>
          <a:p>
            <a:r>
              <a:rPr lang="en-IN" dirty="0"/>
              <a:t> </a:t>
            </a:r>
            <a:r>
              <a:rPr lang="en-IN" dirty="0" err="1"/>
              <a:t>df</a:t>
            </a:r>
            <a:r>
              <a:rPr lang="en-IN" dirty="0"/>
              <a:t> = pd. Data Frame(data) </a:t>
            </a:r>
          </a:p>
          <a:p>
            <a:r>
              <a:rPr lang="en-IN" dirty="0"/>
              <a:t> Reading &amp; Writing Data Reading </a:t>
            </a:r>
          </a:p>
        </p:txBody>
      </p:sp>
    </p:spTree>
    <p:extLst>
      <p:ext uri="{BB962C8B-B14F-4D97-AF65-F5344CB8AC3E}">
        <p14:creationId xmlns:p14="http://schemas.microsoft.com/office/powerpoint/2010/main" val="3648221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F4B7-025F-DCE1-D4E4-8A27D9F3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DC5B2-0722-1988-32D7-943BD2A8C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3844"/>
            <a:ext cx="8596668" cy="3880773"/>
          </a:xfrm>
        </p:spPr>
        <p:txBody>
          <a:bodyPr/>
          <a:lstStyle/>
          <a:p>
            <a:r>
              <a:rPr lang="en-IN" dirty="0"/>
              <a:t>-Handling missing values</a:t>
            </a:r>
          </a:p>
          <a:p>
            <a:r>
              <a:rPr lang="en-IN" dirty="0"/>
              <a:t>```python</a:t>
            </a:r>
          </a:p>
          <a:p>
            <a:r>
              <a:rPr lang="en-US" dirty="0" err="1"/>
              <a:t>df.dropna</a:t>
            </a:r>
            <a:r>
              <a:rPr lang="en-US" dirty="0"/>
              <a:t>() # Remove missing value</a:t>
            </a:r>
            <a:r>
              <a:rPr lang="en-IN" dirty="0"/>
              <a:t>s</a:t>
            </a:r>
          </a:p>
          <a:p>
            <a:r>
              <a:rPr lang="en-IN" dirty="0" err="1"/>
              <a:t>df.fillna</a:t>
            </a:r>
            <a:r>
              <a:rPr lang="en-IN" dirty="0"/>
              <a:t>(0) # Replace missing values  </a:t>
            </a:r>
          </a:p>
          <a:p>
            <a:r>
              <a:rPr lang="en-IN" dirty="0"/>
              <a:t>``` -Removing duplicates: python </a:t>
            </a:r>
          </a:p>
          <a:p>
            <a:r>
              <a:rPr lang="en-IN" dirty="0"/>
              <a:t> </a:t>
            </a:r>
            <a:r>
              <a:rPr lang="en-IN" dirty="0" err="1"/>
              <a:t>df.drop_duplicates</a:t>
            </a:r>
            <a:r>
              <a:rPr lang="en-IN" dirty="0"/>
              <a:t>() </a:t>
            </a:r>
          </a:p>
          <a:p>
            <a:r>
              <a:rPr lang="en-IN" dirty="0"/>
              <a:t>-Changing data types: </a:t>
            </a:r>
          </a:p>
          <a:p>
            <a:r>
              <a:rPr lang="en-IN" dirty="0"/>
              <a:t>``python </a:t>
            </a:r>
            <a:r>
              <a:rPr lang="en-IN" dirty="0" err="1"/>
              <a:t>df</a:t>
            </a:r>
            <a:r>
              <a:rPr lang="en-IN" dirty="0"/>
              <a:t>['column'] = </a:t>
            </a:r>
            <a:r>
              <a:rPr lang="en-IN" dirty="0" err="1"/>
              <a:t>df</a:t>
            </a:r>
            <a:r>
              <a:rPr lang="en-IN" dirty="0"/>
              <a:t>['column'].</a:t>
            </a:r>
            <a:r>
              <a:rPr lang="en-IN" dirty="0" err="1"/>
              <a:t>astype</a:t>
            </a:r>
            <a:r>
              <a:rPr lang="en-IN" dirty="0"/>
              <a:t>(int</a:t>
            </a:r>
          </a:p>
        </p:txBody>
      </p:sp>
    </p:spTree>
    <p:extLst>
      <p:ext uri="{BB962C8B-B14F-4D97-AF65-F5344CB8AC3E}">
        <p14:creationId xmlns:p14="http://schemas.microsoft.com/office/powerpoint/2010/main" val="298642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445D-0D94-625F-9540-31E9F023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Merging &amp; Joining </a:t>
            </a:r>
            <a:r>
              <a:rPr lang="en-IN" dirty="0" err="1"/>
              <a:t>DataFrames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A0515-85E4-9992-092F-101F49076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**Merging (like SQL JOIN)</a:t>
            </a:r>
          </a:p>
          <a:p>
            <a:r>
              <a:rPr lang="en-IN" dirty="0"/>
              <a:t>```python</a:t>
            </a:r>
          </a:p>
          <a:p>
            <a:r>
              <a:rPr lang="en-US" dirty="0" err="1"/>
              <a:t>df_merged</a:t>
            </a:r>
            <a:r>
              <a:rPr lang="en-US" dirty="0"/>
              <a:t> = </a:t>
            </a:r>
            <a:r>
              <a:rPr lang="en-US" dirty="0" err="1"/>
              <a:t>pd.merge</a:t>
            </a:r>
            <a:r>
              <a:rPr lang="en-US" dirty="0"/>
              <a:t>(df1, df2, on='ID', how='inner’)</a:t>
            </a:r>
            <a:endParaRPr lang="en-IN" dirty="0"/>
          </a:p>
          <a:p>
            <a:r>
              <a:rPr lang="en-IN" dirty="0"/>
              <a:t>**Concatenation</a:t>
            </a:r>
          </a:p>
          <a:p>
            <a:r>
              <a:rPr lang="en-IN" dirty="0"/>
              <a:t>python  </a:t>
            </a:r>
            <a:r>
              <a:rPr lang="en-IN" dirty="0" err="1"/>
              <a:t>df_combined</a:t>
            </a:r>
            <a:r>
              <a:rPr lang="en-IN" dirty="0"/>
              <a:t> = </a:t>
            </a:r>
            <a:r>
              <a:rPr lang="en-IN" dirty="0" err="1"/>
              <a:t>pd.concat</a:t>
            </a:r>
            <a:r>
              <a:rPr lang="en-IN" dirty="0"/>
              <a:t>([df1, df2])</a:t>
            </a:r>
          </a:p>
        </p:txBody>
      </p:sp>
    </p:spTree>
    <p:extLst>
      <p:ext uri="{BB962C8B-B14F-4D97-AF65-F5344CB8AC3E}">
        <p14:creationId xmlns:p14="http://schemas.microsoft.com/office/powerpoint/2010/main" val="689121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4A262-0B44-8FDE-C607-19570BE59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 with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81004-EBA2-6072-77B3-FDE193109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61" y="1403844"/>
            <a:ext cx="8596668" cy="3880773"/>
          </a:xfrm>
        </p:spPr>
        <p:txBody>
          <a:bodyPr/>
          <a:lstStyle/>
          <a:p>
            <a:r>
              <a:rPr lang="en-IN" dirty="0"/>
              <a:t>Pandas integrates with Matplotlib for quick plots. </a:t>
            </a:r>
          </a:p>
          <a:p>
            <a:r>
              <a:rPr lang="en-IN" dirty="0"/>
              <a:t> ```python </a:t>
            </a:r>
          </a:p>
          <a:p>
            <a:r>
              <a:rPr lang="en-IN" dirty="0"/>
              <a:t> import  matplotlib.  </a:t>
            </a:r>
            <a:r>
              <a:rPr lang="en-IN" dirty="0" err="1"/>
              <a:t>pyplot</a:t>
            </a:r>
            <a:r>
              <a:rPr lang="en-IN" dirty="0"/>
              <a:t> as  </a:t>
            </a:r>
            <a:r>
              <a:rPr lang="en-IN" dirty="0" err="1"/>
              <a:t>plt</a:t>
            </a:r>
            <a:r>
              <a:rPr lang="en-IN" dirty="0"/>
              <a:t> </a:t>
            </a:r>
          </a:p>
          <a:p>
            <a:r>
              <a:rPr lang="en-IN" dirty="0"/>
              <a:t> </a:t>
            </a:r>
            <a:r>
              <a:rPr lang="en-IN" dirty="0" err="1"/>
              <a:t>df</a:t>
            </a:r>
            <a:r>
              <a:rPr lang="en-IN" dirty="0"/>
              <a:t>['Age'].plot(kind='hist’) </a:t>
            </a:r>
          </a:p>
          <a:p>
            <a:r>
              <a:rPr lang="en-IN" dirty="0"/>
              <a:t> </a:t>
            </a:r>
            <a:r>
              <a:rPr lang="en-IN" dirty="0" err="1"/>
              <a:t>plt</a:t>
            </a:r>
            <a:r>
              <a:rPr lang="en-IN" dirty="0"/>
              <a:t>. show() </a:t>
            </a:r>
          </a:p>
        </p:txBody>
      </p:sp>
    </p:spTree>
    <p:extLst>
      <p:ext uri="{BB962C8B-B14F-4D97-AF65-F5344CB8AC3E}">
        <p14:creationId xmlns:p14="http://schemas.microsoft.com/office/powerpoint/2010/main" val="3073897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EE28-753B-1C80-4488-2533151F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F84CC-A7B7-5710-D0D6-DA068D7AE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dirty="0"/>
              <a:t>-Pandas is a powerful library for data handling. </a:t>
            </a:r>
          </a:p>
          <a:p>
            <a:r>
              <a:rPr lang="en-US" dirty="0"/>
              <a:t>Provides easy-to-use functions for data cleaning, manipulation, and analysis. </a:t>
            </a:r>
          </a:p>
          <a:p>
            <a:r>
              <a:rPr lang="en-US" dirty="0"/>
              <a:t>Supports integration with visualization tools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593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DDF397-8264-5CE6-0156-0C3A4ECCB67C}"/>
              </a:ext>
            </a:extLst>
          </p:cNvPr>
          <p:cNvSpPr txBox="1"/>
          <p:nvPr/>
        </p:nvSpPr>
        <p:spPr>
          <a:xfrm>
            <a:off x="84083" y="775167"/>
            <a:ext cx="95539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 Rounded MT Bold" panose="020F0704030504030204" pitchFamily="34" charset="0"/>
              </a:rPr>
              <a:t>MINI PROJECT LINK TITLE :-</a:t>
            </a:r>
          </a:p>
          <a:p>
            <a:pPr algn="ctr"/>
            <a:r>
              <a:rPr lang="en-US" sz="2800" dirty="0">
                <a:latin typeface="Arial Rounded MT Bold" panose="020F0704030504030204" pitchFamily="34" charset="0"/>
              </a:rPr>
              <a:t> Introduction to Pandas in Python</a:t>
            </a:r>
          </a:p>
          <a:p>
            <a:pPr algn="ctr"/>
            <a:endParaRPr lang="en-US" sz="2800" dirty="0">
              <a:latin typeface="Arial Rounded MT Bold" panose="020F0704030504030204" pitchFamily="34" charset="0"/>
            </a:endParaRPr>
          </a:p>
          <a:p>
            <a:pPr algn="ctr"/>
            <a:endParaRPr lang="en-US" sz="2800" dirty="0">
              <a:latin typeface="Arial Rounded MT Bold" panose="020F0704030504030204" pitchFamily="34" charset="0"/>
            </a:endParaRPr>
          </a:p>
          <a:p>
            <a:pPr algn="ctr"/>
            <a:r>
              <a:rPr lang="en-US" sz="2800" dirty="0">
                <a:latin typeface="Arial Rounded MT Bold" panose="020F0704030504030204" pitchFamily="34" charset="0"/>
              </a:rPr>
              <a:t>https://github.com/Patelkirtankumar/2402030430096</a:t>
            </a:r>
          </a:p>
          <a:p>
            <a:pPr algn="ctr"/>
            <a:endParaRPr lang="en-IN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1510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339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Rounded MT Bold</vt:lpstr>
      <vt:lpstr>Trebuchet MS</vt:lpstr>
      <vt:lpstr>Wingdings 3</vt:lpstr>
      <vt:lpstr>Facet</vt:lpstr>
      <vt:lpstr>PowerPoint Presentation</vt:lpstr>
      <vt:lpstr>What is Pandas</vt:lpstr>
      <vt:lpstr>Pandas Installation</vt:lpstr>
      <vt:lpstr>Pandas Data Structures</vt:lpstr>
      <vt:lpstr>Data Cleaning</vt:lpstr>
      <vt:lpstr>Merging &amp; Joining DataFrames   </vt:lpstr>
      <vt:lpstr>Visualization with Pandas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Ritu Patel</dc:creator>
  <cp:lastModifiedBy>Ritu Patel</cp:lastModifiedBy>
  <cp:revision>2</cp:revision>
  <dcterms:created xsi:type="dcterms:W3CDTF">2025-04-07T11:54:18Z</dcterms:created>
  <dcterms:modified xsi:type="dcterms:W3CDTF">2025-04-07T12:53:06Z</dcterms:modified>
</cp:coreProperties>
</file>